
<file path=[Content_Types].xml><?xml version="1.0" encoding="utf-8"?>
<Types xmlns="http://schemas.openxmlformats.org/package/2006/content-types">
  <Default Extension="jpeg" ContentType="image/jpeg"/>
  <Default Extension="mp4" ContentType="video/mp4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2" showSpecialPlsOnTitleSld="0" saveSubsetFonts="1" autoCompressPictures="0">
  <p:sldMasterIdLst>
    <p:sldMasterId id="2147483648" r:id="rId4"/>
  </p:sldMasterIdLst>
  <p:notesMasterIdLst>
    <p:notesMasterId r:id="rId11"/>
  </p:notesMasterIdLst>
  <p:handoutMasterIdLst>
    <p:handoutMasterId r:id="rId12"/>
  </p:handoutMasterIdLst>
  <p:sldIdLst>
    <p:sldId id="1954" r:id="rId5"/>
    <p:sldId id="1958" r:id="rId6"/>
    <p:sldId id="1985" r:id="rId7"/>
    <p:sldId id="1986" r:id="rId8"/>
    <p:sldId id="1987" r:id="rId9"/>
    <p:sldId id="1969" r:id="rId10"/>
  </p:sldIdLst>
  <p:sldSz cx="12188825" cy="6858000"/>
  <p:notesSz cx="6858000" cy="9144000"/>
  <p:defaultTextStyle>
    <a:defPPr>
      <a:defRPr lang="en-US"/>
    </a:defPPr>
    <a:lvl1pPr marL="0" algn="l" defTabSz="609443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1pPr>
    <a:lvl2pPr marL="609443" algn="l" defTabSz="609443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2pPr>
    <a:lvl3pPr marL="1218885" algn="l" defTabSz="609443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3pPr>
    <a:lvl4pPr marL="1828328" algn="l" defTabSz="609443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4pPr>
    <a:lvl5pPr marL="2437771" algn="l" defTabSz="609443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5pPr>
    <a:lvl6pPr marL="3047213" algn="l" defTabSz="609443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6pPr>
    <a:lvl7pPr marL="3656656" algn="l" defTabSz="609443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7pPr>
    <a:lvl8pPr marL="4266097" algn="l" defTabSz="609443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8pPr>
    <a:lvl9pPr marL="4875541" algn="l" defTabSz="609443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60" userDrawn="1">
          <p15:clr>
            <a:srgbClr val="A4A3A4"/>
          </p15:clr>
        </p15:guide>
        <p15:guide id="2" pos="24" userDrawn="1">
          <p15:clr>
            <a:srgbClr val="A4A3A4"/>
          </p15:clr>
        </p15:guide>
        <p15:guide id="3" orient="horz" pos="80">
          <p15:clr>
            <a:srgbClr val="A4A3A4"/>
          </p15:clr>
        </p15:guide>
        <p15:guide id="4" pos="32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prnPr scaleToFitPaper="1"/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5EBF33"/>
    <a:srgbClr val="CE1620"/>
    <a:srgbClr val="FD7F20"/>
    <a:srgbClr val="1D9CE4"/>
    <a:srgbClr val="070707"/>
    <a:srgbClr val="66FF66"/>
    <a:srgbClr val="0E3689"/>
    <a:srgbClr val="FFD53A"/>
    <a:srgbClr val="702076"/>
    <a:srgbClr val="0E145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1755" autoAdjust="0"/>
    <p:restoredTop sz="74510" autoAdjust="0"/>
  </p:normalViewPr>
  <p:slideViewPr>
    <p:cSldViewPr snapToGrid="0">
      <p:cViewPr varScale="1">
        <p:scale>
          <a:sx n="76" d="100"/>
          <a:sy n="76" d="100"/>
        </p:scale>
        <p:origin x="2058" y="96"/>
      </p:cViewPr>
      <p:guideLst>
        <p:guide orient="horz" pos="60"/>
        <p:guide pos="24"/>
        <p:guide orient="horz" pos="80"/>
        <p:guide pos="32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>
        <p:scale>
          <a:sx n="1" d="2"/>
          <a:sy n="1" d="2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presProps" Target="presProp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handoutMaster" Target="handoutMasters/handoutMaster1.xml"/><Relationship Id="rId2" Type="http://schemas.openxmlformats.org/officeDocument/2006/relationships/customXml" Target="../customXml/item2.xml"/><Relationship Id="rId16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1.xml"/><Relationship Id="rId15" Type="http://schemas.openxmlformats.org/officeDocument/2006/relationships/theme" Target="theme/theme1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3439C997-21E5-5348-AFE6-AB6F92264850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327AC1D-5903-004B-A07D-BA6E3EE37273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8615C2D-FB91-8740-95C2-23C11A10F2F2}" type="datetimeFigureOut">
              <a:rPr lang="en-US" smtClean="0"/>
              <a:t>12/17/2025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D179EA0-CF08-6C46-9B0C-7A703F62F2C4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E1E23A1-2359-A341-AFD4-DCB4B7D00350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89837C5-E66E-4749-8D3A-655388B1EB7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222731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154E49F-5C3A-ED4E-A68A-CCB3AA3B5D59}" type="datetimeFigureOut">
              <a:rPr lang="en-US" smtClean="0"/>
              <a:t>12/17/2025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FF8CB49-A7FB-5E4A-B599-DE211813512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224141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1218936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1pPr>
    <a:lvl2pPr marL="609468" algn="l" defTabSz="1218936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2pPr>
    <a:lvl3pPr marL="1218936" algn="l" defTabSz="1218936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3pPr>
    <a:lvl4pPr marL="1828404" algn="l" defTabSz="1218936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4pPr>
    <a:lvl5pPr marL="2437872" algn="l" defTabSz="1218936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5pPr>
    <a:lvl6pPr marL="3047340" algn="l" defTabSz="1218936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6pPr>
    <a:lvl7pPr marL="3656808" algn="l" defTabSz="1218936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7pPr>
    <a:lvl8pPr marL="4266275" algn="l" defTabSz="1218936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8pPr>
    <a:lvl9pPr marL="4875744" algn="l" defTabSz="1218936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FF8CB49-A7FB-5E4A-B599-DE2118135120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724528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880165" y="2474260"/>
            <a:ext cx="6437455" cy="996522"/>
          </a:xfrm>
          <a:ln>
            <a:noFill/>
          </a:ln>
        </p:spPr>
        <p:txBody>
          <a:bodyPr anchor="b" anchorCtr="0"/>
          <a:lstStyle>
            <a:lvl1pPr algn="r">
              <a:defRPr sz="3800">
                <a:solidFill>
                  <a:srgbClr val="0E3689"/>
                </a:solidFill>
              </a:defRPr>
            </a:lvl1pPr>
          </a:lstStyle>
          <a:p>
            <a:r>
              <a:rPr lang="en-US"/>
              <a:t>Presentation Title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F1D45AC-B80D-4805-BA4C-8776489E8022}"/>
              </a:ext>
            </a:extLst>
          </p:cNvPr>
          <p:cNvSpPr/>
          <p:nvPr userDrawn="1"/>
        </p:nvSpPr>
        <p:spPr>
          <a:xfrm>
            <a:off x="9411530" y="6331942"/>
            <a:ext cx="2777297" cy="526057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21893" tIns="60947" rIns="121893" bIns="60947" rtlCol="0" anchor="ctr"/>
          <a:lstStyle/>
          <a:p>
            <a:pPr algn="ctr"/>
            <a:endParaRPr lang="en-US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1ACBDA27-1F54-4C50-8D76-28815B58BDC3}"/>
              </a:ext>
            </a:extLst>
          </p:cNvPr>
          <p:cNvCxnSpPr/>
          <p:nvPr userDrawn="1"/>
        </p:nvCxnSpPr>
        <p:spPr>
          <a:xfrm>
            <a:off x="7552849" y="2666723"/>
            <a:ext cx="0" cy="835152"/>
          </a:xfrm>
          <a:prstGeom prst="line">
            <a:avLst/>
          </a:prstGeom>
          <a:ln w="12700" cmpd="sng">
            <a:solidFill>
              <a:schemeClr val="bg1">
                <a:lumMod val="50000"/>
              </a:scheme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CEB7A8E4-4917-4A3E-8E2F-D070BB4D10DE}"/>
              </a:ext>
            </a:extLst>
          </p:cNvPr>
          <p:cNvSpPr txBox="1"/>
          <p:nvPr userDrawn="1"/>
        </p:nvSpPr>
        <p:spPr>
          <a:xfrm>
            <a:off x="4067363" y="3799832"/>
            <a:ext cx="7411397" cy="387772"/>
          </a:xfrm>
          <a:prstGeom prst="rect">
            <a:avLst/>
          </a:prstGeom>
          <a:noFill/>
        </p:spPr>
        <p:txBody>
          <a:bodyPr wrap="none" lIns="121893" tIns="60947" rIns="121893" bIns="60947" rtlCol="0">
            <a:spAutoFit/>
          </a:bodyPr>
          <a:lstStyle/>
          <a:p>
            <a:pPr algn="r"/>
            <a:r>
              <a:rPr lang="en-US" sz="1720">
                <a:solidFill>
                  <a:srgbClr val="1D9CE4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A Leading Provider of Smart, Connected and Secure Embedded Control Solutions </a:t>
            </a:r>
          </a:p>
        </p:txBody>
      </p: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1ACBDA27-1F54-4C50-8D76-28815B58BDC3}"/>
              </a:ext>
            </a:extLst>
          </p:cNvPr>
          <p:cNvCxnSpPr/>
          <p:nvPr userDrawn="1"/>
        </p:nvCxnSpPr>
        <p:spPr>
          <a:xfrm flipH="1">
            <a:off x="3410606" y="3724987"/>
            <a:ext cx="7909168" cy="0"/>
          </a:xfrm>
          <a:prstGeom prst="line">
            <a:avLst/>
          </a:prstGeom>
          <a:ln w="12700" cmpd="sng">
            <a:solidFill>
              <a:schemeClr val="bg1">
                <a:lumMod val="50000"/>
              </a:scheme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 Placeholder 27">
            <a:extLst>
              <a:ext uri="{FF2B5EF4-FFF2-40B4-BE49-F238E27FC236}">
                <a16:creationId xmlns:a16="http://schemas.microsoft.com/office/drawing/2014/main" id="{599BB76E-0E67-7C41-9AEC-8C75006E4449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935143" y="6123667"/>
            <a:ext cx="6419850" cy="252110"/>
          </a:xfrm>
          <a:prstGeom prst="rect">
            <a:avLst/>
          </a:prstGeom>
        </p:spPr>
        <p:txBody>
          <a:bodyPr lIns="182880" tIns="0" rIns="0" anchor="t" anchorCtr="0">
            <a:noAutofit/>
          </a:bodyPr>
          <a:lstStyle>
            <a:lvl1pPr marL="0" indent="0" algn="r">
              <a:buNone/>
              <a:defRPr sz="2200" b="0">
                <a:solidFill>
                  <a:srgbClr val="1D9CE4"/>
                </a:solidFill>
              </a:defRPr>
            </a:lvl1pPr>
          </a:lstStyle>
          <a:p>
            <a:pPr lvl="0"/>
            <a:r>
              <a:rPr lang="en-US"/>
              <a:t>Date</a:t>
            </a:r>
          </a:p>
        </p:txBody>
      </p:sp>
      <p:sp>
        <p:nvSpPr>
          <p:cNvPr id="35" name="Text Placeholder 34">
            <a:extLst>
              <a:ext uri="{FF2B5EF4-FFF2-40B4-BE49-F238E27FC236}">
                <a16:creationId xmlns:a16="http://schemas.microsoft.com/office/drawing/2014/main" id="{B2D92EAD-7B52-0549-B90C-8F01DFF1E68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935142" y="5763412"/>
            <a:ext cx="6420245" cy="314325"/>
          </a:xfrm>
          <a:prstGeom prst="rect">
            <a:avLst/>
          </a:prstGeom>
        </p:spPr>
        <p:txBody>
          <a:bodyPr rIns="0" bIns="0" anchor="b" anchorCtr="0">
            <a:noAutofit/>
          </a:bodyPr>
          <a:lstStyle>
            <a:lvl1pPr marL="0" indent="0" algn="r">
              <a:lnSpc>
                <a:spcPts val="2340"/>
              </a:lnSpc>
              <a:buNone/>
              <a:defRPr sz="2200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/>
              <a:t>Presented by</a:t>
            </a:r>
          </a:p>
        </p:txBody>
      </p:sp>
      <p:pic>
        <p:nvPicPr>
          <p:cNvPr id="10" name="Picture 9" descr="SCS-015.png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06255" y="5139766"/>
            <a:ext cx="1630420" cy="1630420"/>
          </a:xfrm>
          <a:prstGeom prst="rect">
            <a:avLst/>
          </a:prstGeom>
        </p:spPr>
      </p:pic>
      <p:pic>
        <p:nvPicPr>
          <p:cNvPr id="12" name="Picture 11" descr="MCHP-logo.jpg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861621" y="2635935"/>
            <a:ext cx="3584711" cy="9027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0937583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3410606" y="2034289"/>
            <a:ext cx="7909168" cy="1591386"/>
          </a:xfrm>
        </p:spPr>
        <p:txBody>
          <a:bodyPr anchor="b" anchorCtr="0"/>
          <a:lstStyle>
            <a:lvl1pPr algn="r">
              <a:defRPr sz="5300" b="1" cap="none" baseline="0">
                <a:solidFill>
                  <a:srgbClr val="0E3689"/>
                </a:solidFill>
              </a:defRPr>
            </a:lvl1pPr>
          </a:lstStyle>
          <a:p>
            <a:r>
              <a:rPr lang="en-US"/>
              <a:t>Section Title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3410606" y="3824300"/>
            <a:ext cx="7909168" cy="1018627"/>
          </a:xfrm>
          <a:prstGeom prst="rect">
            <a:avLst/>
          </a:prstGeom>
        </p:spPr>
        <p:txBody>
          <a:bodyPr anchor="t" anchorCtr="0">
            <a:noAutofit/>
          </a:bodyPr>
          <a:lstStyle>
            <a:lvl1pPr marL="0" indent="0" algn="r">
              <a:buNone/>
              <a:defRPr sz="2700" b="0">
                <a:solidFill>
                  <a:srgbClr val="1D9CE4"/>
                </a:solidFill>
              </a:defRPr>
            </a:lvl1pPr>
            <a:lvl2pPr marL="609443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2pPr>
            <a:lvl3pPr marL="1218885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3pPr>
            <a:lvl4pPr marL="1828328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4pPr>
            <a:lvl5pPr marL="2437771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5pPr>
            <a:lvl6pPr marL="3047213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6pPr>
            <a:lvl7pPr marL="3656656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7pPr>
            <a:lvl8pPr marL="4266097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8pPr>
            <a:lvl9pPr marL="4875541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Section Subtitle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21D51101-8690-2A4A-89F5-D13814AF99A1}"/>
              </a:ext>
            </a:extLst>
          </p:cNvPr>
          <p:cNvCxnSpPr/>
          <p:nvPr userDrawn="1"/>
        </p:nvCxnSpPr>
        <p:spPr>
          <a:xfrm flipH="1">
            <a:off x="3410606" y="3724987"/>
            <a:ext cx="7909168" cy="0"/>
          </a:xfrm>
          <a:prstGeom prst="line">
            <a:avLst/>
          </a:prstGeom>
          <a:ln w="12700" cmpd="sng">
            <a:solidFill>
              <a:schemeClr val="bg1">
                <a:lumMod val="50000"/>
              </a:scheme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0388219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Placeholder 1">
            <a:extLst>
              <a:ext uri="{FF2B5EF4-FFF2-40B4-BE49-F238E27FC236}">
                <a16:creationId xmlns:a16="http://schemas.microsoft.com/office/drawing/2014/main" id="{CAEC6540-64C7-9747-877E-6D8504F5DE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5509" y="96296"/>
            <a:ext cx="11400661" cy="777240"/>
          </a:xfrm>
          <a:prstGeom prst="rect">
            <a:avLst/>
          </a:prstGeom>
        </p:spPr>
        <p:txBody>
          <a:bodyPr vert="horz" lIns="121888" tIns="60944" rIns="121888" bIns="60944" rtlCol="0" anchor="t" anchorCtr="0">
            <a:noAutofit/>
          </a:bodyPr>
          <a:lstStyle>
            <a:lvl1pPr>
              <a:defRPr sz="4400"/>
            </a:lvl1pPr>
          </a:lstStyle>
          <a:p>
            <a:r>
              <a:rPr lang="en-US"/>
              <a:t>Click to edit Master title</a:t>
            </a:r>
          </a:p>
        </p:txBody>
      </p:sp>
      <p:sp>
        <p:nvSpPr>
          <p:cNvPr id="13" name="Content Placeholder 12">
            <a:extLst>
              <a:ext uri="{FF2B5EF4-FFF2-40B4-BE49-F238E27FC236}">
                <a16:creationId xmlns:a16="http://schemas.microsoft.com/office/drawing/2014/main" id="{986DAD2F-D448-354C-9ACF-03ED78E9AF94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354778" y="923073"/>
            <a:ext cx="11400660" cy="5385963"/>
          </a:xfrm>
          <a:prstGeom prst="rect">
            <a:avLst/>
          </a:prstGeom>
        </p:spPr>
        <p:txBody>
          <a:bodyPr/>
          <a:lstStyle>
            <a:lvl1pPr marL="274201" indent="-274201">
              <a:defRPr sz="3200"/>
            </a:lvl1pPr>
            <a:lvl2pPr marL="576072" indent="-274320">
              <a:defRPr sz="2800"/>
            </a:lvl2pPr>
            <a:lvl3pPr marL="868680" indent="-274320">
              <a:defRPr sz="2400"/>
            </a:lvl3pPr>
            <a:lvl4pPr marL="1143000" indent="-274320">
              <a:defRPr sz="2000"/>
            </a:lvl4pPr>
            <a:lvl5pPr marL="1435608" indent="-274320">
              <a:defRPr sz="20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Footer Placeholder 4">
            <a:extLst>
              <a:ext uri="{FF2B5EF4-FFF2-40B4-BE49-F238E27FC236}">
                <a16:creationId xmlns:a16="http://schemas.microsoft.com/office/drawing/2014/main" id="{48344651-9BC3-804A-ABEF-ABD80FF3CEB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164514" y="6479339"/>
            <a:ext cx="3859795" cy="233968"/>
          </a:xfrm>
          <a:prstGeom prst="rect">
            <a:avLst/>
          </a:prstGeom>
        </p:spPr>
        <p:txBody>
          <a:bodyPr vert="horz" lIns="121888" tIns="60944" rIns="121888" bIns="60944" rtlCol="0" anchor="ctr"/>
          <a:lstStyle>
            <a:lvl1pPr algn="ct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>
                <a:latin typeface="Calibri Light" panose="020F0302020204030204" pitchFamily="34" charset="0"/>
                <a:cs typeface="Calibri Light" panose="020F0302020204030204" pitchFamily="34" charset="0"/>
              </a:rPr>
              <a:t>Microchip Proprietary and Confidential</a:t>
            </a:r>
          </a:p>
        </p:txBody>
      </p:sp>
      <p:pic>
        <p:nvPicPr>
          <p:cNvPr id="3" name="Picture 2" descr="A yellow hexagon with black text&#10;&#10;AI-generated content may be incorrect.">
            <a:extLst>
              <a:ext uri="{FF2B5EF4-FFF2-40B4-BE49-F238E27FC236}">
                <a16:creationId xmlns:a16="http://schemas.microsoft.com/office/drawing/2014/main" id="{C466324B-74C4-7C9B-51A0-6E9C4578379D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biLevel thresh="50000"/>
            <a:alphaModFix amt="5000"/>
          </a:blip>
          <a:stretch>
            <a:fillRect/>
          </a:stretch>
        </p:blipFill>
        <p:spPr>
          <a:xfrm>
            <a:off x="81301" y="5745018"/>
            <a:ext cx="1194196" cy="1037790"/>
          </a:xfrm>
          <a:prstGeom prst="rect">
            <a:avLst/>
          </a:prstGeom>
        </p:spPr>
      </p:pic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4780ACE8-E9BF-3013-D1C2-2D108AC13855}"/>
              </a:ext>
            </a:extLst>
          </p:cNvPr>
          <p:cNvSpPr txBox="1">
            <a:spLocks/>
          </p:cNvSpPr>
          <p:nvPr userDrawn="1"/>
        </p:nvSpPr>
        <p:spPr>
          <a:xfrm>
            <a:off x="4164513" y="6598540"/>
            <a:ext cx="3859795" cy="233968"/>
          </a:xfrm>
          <a:prstGeom prst="rect">
            <a:avLst/>
          </a:prstGeom>
        </p:spPr>
        <p:txBody>
          <a:bodyPr vert="horz" lIns="121888" tIns="60944" rIns="121888" bIns="60944" rtlCol="0" anchor="ctr"/>
          <a:lstStyle>
            <a:defPPr>
              <a:defRPr lang="en-US"/>
            </a:defPPr>
            <a:lvl1pPr marL="0" algn="ctr" defTabSz="609443" rtl="0" eaLnBrk="1" latinLnBrk="0" hangingPunct="1">
              <a:defRPr sz="1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09443" algn="l" defTabSz="609443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8885" algn="l" defTabSz="609443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328" algn="l" defTabSz="609443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7771" algn="l" defTabSz="609443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213" algn="l" defTabSz="609443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6656" algn="l" defTabSz="609443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6097" algn="l" defTabSz="609443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5541" algn="l" defTabSz="609443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000" b="0" i="0" kern="1200" dirty="0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rPr>
              <a:t>Theme: Development Tools Reimagined</a:t>
            </a:r>
          </a:p>
        </p:txBody>
      </p:sp>
    </p:spTree>
    <p:extLst>
      <p:ext uri="{BB962C8B-B14F-4D97-AF65-F5344CB8AC3E}">
        <p14:creationId xmlns:p14="http://schemas.microsoft.com/office/powerpoint/2010/main" val="306830389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+ Sub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6B9BB9-8088-1B4E-AA38-17BC94EF14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5509" y="96295"/>
            <a:ext cx="11400661" cy="777240"/>
          </a:xfrm>
        </p:spPr>
        <p:txBody>
          <a:bodyPr/>
          <a:lstStyle/>
          <a:p>
            <a:r>
              <a:rPr lang="en-US"/>
              <a:t>Click to edit Master title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B5F3DB77-FEA1-E44C-9C5F-88B2D4B5D28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68603" y="851831"/>
            <a:ext cx="11400661" cy="428625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>
              <a:buNone/>
              <a:defRPr>
                <a:solidFill>
                  <a:srgbClr val="1D9CE4"/>
                </a:solidFill>
              </a:defRPr>
            </a:lvl1pPr>
          </a:lstStyle>
          <a:p>
            <a:pPr lvl="0"/>
            <a:r>
              <a:rPr lang="en-US" b="1" kern="0">
                <a:solidFill>
                  <a:srgbClr val="45A8C4"/>
                </a:solidFill>
                <a:latin typeface="+mn-lt"/>
                <a:cs typeface="Calibri"/>
              </a:rPr>
              <a:t>Subtitle</a:t>
            </a:r>
            <a:endParaRPr lang="en-US"/>
          </a:p>
        </p:txBody>
      </p:sp>
      <p:sp>
        <p:nvSpPr>
          <p:cNvPr id="6" name="Content Placeholder 12">
            <a:extLst>
              <a:ext uri="{FF2B5EF4-FFF2-40B4-BE49-F238E27FC236}">
                <a16:creationId xmlns:a16="http://schemas.microsoft.com/office/drawing/2014/main" id="{955162B4-304F-5841-8C1A-37D23DCFC924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355509" y="1403852"/>
            <a:ext cx="11400660" cy="4905184"/>
          </a:xfrm>
          <a:prstGeom prst="rect">
            <a:avLst/>
          </a:prstGeom>
        </p:spPr>
        <p:txBody>
          <a:bodyPr/>
          <a:lstStyle>
            <a:lvl1pPr marL="274201" indent="-274201">
              <a:defRPr/>
            </a:lvl1pPr>
            <a:lvl2pPr marL="576072" indent="-274320">
              <a:defRPr/>
            </a:lvl2pPr>
            <a:lvl3pPr marL="868680" indent="-274320">
              <a:defRPr/>
            </a:lvl3pPr>
            <a:lvl4pPr marL="1143000" indent="-274320">
              <a:defRPr/>
            </a:lvl4pPr>
            <a:lvl5pPr marL="1435608" indent="-274320"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Footer Placeholder 4">
            <a:extLst>
              <a:ext uri="{FF2B5EF4-FFF2-40B4-BE49-F238E27FC236}">
                <a16:creationId xmlns:a16="http://schemas.microsoft.com/office/drawing/2014/main" id="{DC4207E9-C13E-1647-9F09-C1870078087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164514" y="6479339"/>
            <a:ext cx="3859795" cy="233968"/>
          </a:xfrm>
          <a:prstGeom prst="rect">
            <a:avLst/>
          </a:prstGeom>
        </p:spPr>
        <p:txBody>
          <a:bodyPr vert="horz" lIns="121888" tIns="60944" rIns="121888" bIns="60944" rtlCol="0" anchor="ctr"/>
          <a:lstStyle>
            <a:lvl1pPr algn="ct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>
                <a:latin typeface="Calibri Light" panose="020F0302020204030204" pitchFamily="34" charset="0"/>
                <a:cs typeface="Calibri Light" panose="020F0302020204030204" pitchFamily="34" charset="0"/>
              </a:rPr>
              <a:t>Microchip Proprietary and Confidential</a:t>
            </a:r>
          </a:p>
        </p:txBody>
      </p:sp>
      <p:pic>
        <p:nvPicPr>
          <p:cNvPr id="3" name="Picture 2" descr="A yellow hexagon with black text&#10;&#10;AI-generated content may be incorrect.">
            <a:extLst>
              <a:ext uri="{FF2B5EF4-FFF2-40B4-BE49-F238E27FC236}">
                <a16:creationId xmlns:a16="http://schemas.microsoft.com/office/drawing/2014/main" id="{2D6FB86D-7687-7C8B-9FBA-E2F96D78EC0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biLevel thresh="50000"/>
            <a:alphaModFix amt="5000"/>
          </a:blip>
          <a:stretch>
            <a:fillRect/>
          </a:stretch>
        </p:blipFill>
        <p:spPr>
          <a:xfrm>
            <a:off x="81301" y="5745018"/>
            <a:ext cx="1194196" cy="10377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4077456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Line 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ontent Placeholder 12">
            <a:extLst>
              <a:ext uri="{FF2B5EF4-FFF2-40B4-BE49-F238E27FC236}">
                <a16:creationId xmlns:a16="http://schemas.microsoft.com/office/drawing/2014/main" id="{955162B4-304F-5841-8C1A-37D23DCFC924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355509" y="1626375"/>
            <a:ext cx="11400660" cy="4664076"/>
          </a:xfrm>
          <a:prstGeom prst="rect">
            <a:avLst/>
          </a:prstGeom>
        </p:spPr>
        <p:txBody>
          <a:bodyPr/>
          <a:lstStyle>
            <a:lvl1pPr marL="274201" indent="-274201">
              <a:defRPr/>
            </a:lvl1pPr>
            <a:lvl2pPr marL="576072" indent="-274320">
              <a:defRPr/>
            </a:lvl2pPr>
            <a:lvl3pPr marL="868680" indent="-274320">
              <a:defRPr/>
            </a:lvl3pPr>
            <a:lvl4pPr marL="1143000" indent="-274320">
              <a:defRPr/>
            </a:lvl4pPr>
            <a:lvl5pPr marL="1435608" indent="-274320"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itle Placeholder 1">
            <a:extLst>
              <a:ext uri="{FF2B5EF4-FFF2-40B4-BE49-F238E27FC236}">
                <a16:creationId xmlns:a16="http://schemas.microsoft.com/office/drawing/2014/main" id="{098AAA9D-2041-3B4F-8508-758963B797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5509" y="96296"/>
            <a:ext cx="11400661" cy="1489280"/>
          </a:xfrm>
          <a:prstGeom prst="rect">
            <a:avLst/>
          </a:prstGeom>
        </p:spPr>
        <p:txBody>
          <a:bodyPr vert="horz" lIns="121888" tIns="60944" rIns="121888" bIns="60944" rtlCol="0" anchor="t" anchorCtr="0">
            <a:noAutofit/>
          </a:bodyPr>
          <a:lstStyle/>
          <a:p>
            <a:r>
              <a:rPr lang="en-US"/>
              <a:t>Click to edit Master title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16A6C8C-5670-1242-B987-55F42BAD97D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164514" y="6479339"/>
            <a:ext cx="3859795" cy="233968"/>
          </a:xfrm>
          <a:prstGeom prst="rect">
            <a:avLst/>
          </a:prstGeom>
        </p:spPr>
        <p:txBody>
          <a:bodyPr vert="horz" lIns="121888" tIns="60944" rIns="121888" bIns="60944" rtlCol="0" anchor="ctr"/>
          <a:lstStyle>
            <a:lvl1pPr algn="ct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>
                <a:latin typeface="Calibri Light" panose="020F0302020204030204" pitchFamily="34" charset="0"/>
                <a:cs typeface="Calibri Light" panose="020F0302020204030204" pitchFamily="34" charset="0"/>
              </a:rPr>
              <a:t>Microchip Proprietary and Confidential</a:t>
            </a:r>
          </a:p>
        </p:txBody>
      </p:sp>
    </p:spTree>
    <p:extLst>
      <p:ext uri="{BB962C8B-B14F-4D97-AF65-F5344CB8AC3E}">
        <p14:creationId xmlns:p14="http://schemas.microsoft.com/office/powerpoint/2010/main" val="282971588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>
            <a:extLst>
              <a:ext uri="{FF2B5EF4-FFF2-40B4-BE49-F238E27FC236}">
                <a16:creationId xmlns:a16="http://schemas.microsoft.com/office/drawing/2014/main" id="{114ABC63-0F02-3D4C-B5A8-224D9EF044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5509" y="96297"/>
            <a:ext cx="11400661" cy="777240"/>
          </a:xfrm>
        </p:spPr>
        <p:txBody>
          <a:bodyPr/>
          <a:lstStyle/>
          <a:p>
            <a:r>
              <a:rPr lang="en-US"/>
              <a:t>Click to edit Master title</a:t>
            </a:r>
          </a:p>
        </p:txBody>
      </p:sp>
      <p:sp>
        <p:nvSpPr>
          <p:cNvPr id="7" name="Content Placeholder 12">
            <a:extLst>
              <a:ext uri="{FF2B5EF4-FFF2-40B4-BE49-F238E27FC236}">
                <a16:creationId xmlns:a16="http://schemas.microsoft.com/office/drawing/2014/main" id="{2EFF8C43-59A6-4644-B04E-6AE187BD55D1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355509" y="929269"/>
            <a:ext cx="5505846" cy="5374679"/>
          </a:xfrm>
          <a:prstGeom prst="rect">
            <a:avLst/>
          </a:prstGeom>
        </p:spPr>
        <p:txBody>
          <a:bodyPr/>
          <a:lstStyle>
            <a:lvl1pPr marL="274201" indent="-274201">
              <a:defRPr/>
            </a:lvl1pPr>
            <a:lvl2pPr marL="576072" indent="-274320">
              <a:defRPr/>
            </a:lvl2pPr>
            <a:lvl3pPr marL="868680" indent="-274320">
              <a:defRPr/>
            </a:lvl3pPr>
            <a:lvl4pPr marL="1143000" indent="-274320">
              <a:defRPr/>
            </a:lvl4pPr>
            <a:lvl5pPr marL="1435608" indent="-274320"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Content Placeholder 12">
            <a:extLst>
              <a:ext uri="{FF2B5EF4-FFF2-40B4-BE49-F238E27FC236}">
                <a16:creationId xmlns:a16="http://schemas.microsoft.com/office/drawing/2014/main" id="{69F5C3FF-72D2-604B-A6AF-63E081CA68F8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6250324" y="929270"/>
            <a:ext cx="5505846" cy="5374678"/>
          </a:xfrm>
          <a:prstGeom prst="rect">
            <a:avLst/>
          </a:prstGeom>
        </p:spPr>
        <p:txBody>
          <a:bodyPr/>
          <a:lstStyle>
            <a:lvl1pPr marL="274201" indent="-274201">
              <a:defRPr/>
            </a:lvl1pPr>
            <a:lvl2pPr marL="576072" indent="-274320">
              <a:defRPr/>
            </a:lvl2pPr>
            <a:lvl3pPr marL="868680" indent="-274320">
              <a:defRPr/>
            </a:lvl3pPr>
            <a:lvl4pPr marL="1143000" indent="-274320">
              <a:defRPr/>
            </a:lvl4pPr>
            <a:lvl5pPr marL="1435608" indent="-274320"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3872A14E-E83F-9541-B766-352B85366E6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164514" y="6479339"/>
            <a:ext cx="3859795" cy="233968"/>
          </a:xfrm>
          <a:prstGeom prst="rect">
            <a:avLst/>
          </a:prstGeom>
        </p:spPr>
        <p:txBody>
          <a:bodyPr vert="horz" lIns="121888" tIns="60944" rIns="121888" bIns="60944" rtlCol="0" anchor="ctr"/>
          <a:lstStyle>
            <a:lvl1pPr algn="ct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>
                <a:latin typeface="Calibri Light" panose="020F0302020204030204" pitchFamily="34" charset="0"/>
                <a:cs typeface="Calibri Light" panose="020F0302020204030204" pitchFamily="34" charset="0"/>
              </a:rPr>
              <a:t>Microchip Proprietary and Confidential</a:t>
            </a:r>
          </a:p>
        </p:txBody>
      </p:sp>
      <p:pic>
        <p:nvPicPr>
          <p:cNvPr id="2" name="Picture 1" descr="A yellow hexagon with black text&#10;&#10;AI-generated content may be incorrect.">
            <a:extLst>
              <a:ext uri="{FF2B5EF4-FFF2-40B4-BE49-F238E27FC236}">
                <a16:creationId xmlns:a16="http://schemas.microsoft.com/office/drawing/2014/main" id="{9A0D4BF6-B555-2F5D-E9BF-879895587C5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biLevel thresh="50000"/>
            <a:alphaModFix amt="5000"/>
          </a:blip>
          <a:stretch>
            <a:fillRect/>
          </a:stretch>
        </p:blipFill>
        <p:spPr>
          <a:xfrm>
            <a:off x="81301" y="5745018"/>
            <a:ext cx="1194196" cy="10377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402680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+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>
            <a:extLst>
              <a:ext uri="{FF2B5EF4-FFF2-40B4-BE49-F238E27FC236}">
                <a16:creationId xmlns:a16="http://schemas.microsoft.com/office/drawing/2014/main" id="{114ABC63-0F02-3D4C-B5A8-224D9EF044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5509" y="96297"/>
            <a:ext cx="11400661" cy="777240"/>
          </a:xfrm>
        </p:spPr>
        <p:txBody>
          <a:bodyPr>
            <a:noAutofit/>
          </a:bodyPr>
          <a:lstStyle/>
          <a:p>
            <a:r>
              <a:rPr lang="en-US"/>
              <a:t>Click to edit Master title</a:t>
            </a:r>
          </a:p>
        </p:txBody>
      </p:sp>
      <p:sp>
        <p:nvSpPr>
          <p:cNvPr id="6" name="Text Placeholder 9">
            <a:extLst>
              <a:ext uri="{FF2B5EF4-FFF2-40B4-BE49-F238E27FC236}">
                <a16:creationId xmlns:a16="http://schemas.microsoft.com/office/drawing/2014/main" id="{EF0C5114-81F0-6D40-9DA2-1EA66CC7C6B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68603" y="851831"/>
            <a:ext cx="11400661" cy="428625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>
              <a:buNone/>
              <a:defRPr>
                <a:solidFill>
                  <a:srgbClr val="1D9CE4"/>
                </a:solidFill>
              </a:defRPr>
            </a:lvl1pPr>
          </a:lstStyle>
          <a:p>
            <a:pPr lvl="0"/>
            <a:r>
              <a:rPr lang="en-US" b="1" kern="0">
                <a:solidFill>
                  <a:srgbClr val="45A8C4"/>
                </a:solidFill>
                <a:latin typeface="+mn-lt"/>
                <a:cs typeface="Calibri"/>
              </a:rPr>
              <a:t>Subtitle</a:t>
            </a:r>
            <a:endParaRPr lang="en-US"/>
          </a:p>
        </p:txBody>
      </p:sp>
      <p:sp>
        <p:nvSpPr>
          <p:cNvPr id="10" name="Content Placeholder 12">
            <a:extLst>
              <a:ext uri="{FF2B5EF4-FFF2-40B4-BE49-F238E27FC236}">
                <a16:creationId xmlns:a16="http://schemas.microsoft.com/office/drawing/2014/main" id="{4354C555-752C-5946-99B7-1752C8A6C9F8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352454" y="1408545"/>
            <a:ext cx="5505846" cy="4907794"/>
          </a:xfrm>
          <a:prstGeom prst="rect">
            <a:avLst/>
          </a:prstGeom>
        </p:spPr>
        <p:txBody>
          <a:bodyPr/>
          <a:lstStyle>
            <a:lvl1pPr marL="274201" indent="-274201">
              <a:defRPr/>
            </a:lvl1pPr>
            <a:lvl2pPr marL="576072" indent="-274320">
              <a:defRPr/>
            </a:lvl2pPr>
            <a:lvl3pPr marL="868680" indent="-274320">
              <a:defRPr/>
            </a:lvl3pPr>
            <a:lvl4pPr marL="1143000" indent="-274320">
              <a:defRPr/>
            </a:lvl4pPr>
            <a:lvl5pPr marL="1435608" indent="-274320"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Content Placeholder 12">
            <a:extLst>
              <a:ext uri="{FF2B5EF4-FFF2-40B4-BE49-F238E27FC236}">
                <a16:creationId xmlns:a16="http://schemas.microsoft.com/office/drawing/2014/main" id="{B1B5C683-E8CE-5447-B10F-1FA96B9838C5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6250324" y="1408546"/>
            <a:ext cx="5505846" cy="4907794"/>
          </a:xfrm>
          <a:prstGeom prst="rect">
            <a:avLst/>
          </a:prstGeom>
        </p:spPr>
        <p:txBody>
          <a:bodyPr/>
          <a:lstStyle>
            <a:lvl1pPr marL="274201" indent="-274201">
              <a:defRPr/>
            </a:lvl1pPr>
            <a:lvl2pPr marL="576072" indent="-274320">
              <a:defRPr/>
            </a:lvl2pPr>
            <a:lvl3pPr marL="868680" indent="-274320">
              <a:defRPr/>
            </a:lvl3pPr>
            <a:lvl4pPr marL="1143000" indent="-274320">
              <a:defRPr/>
            </a:lvl4pPr>
            <a:lvl5pPr marL="1435608" indent="-274320"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Footer Placeholder 4">
            <a:extLst>
              <a:ext uri="{FF2B5EF4-FFF2-40B4-BE49-F238E27FC236}">
                <a16:creationId xmlns:a16="http://schemas.microsoft.com/office/drawing/2014/main" id="{B9F735E5-BB03-E141-8FE5-6E137A04C79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164514" y="6479339"/>
            <a:ext cx="3859795" cy="233968"/>
          </a:xfrm>
          <a:prstGeom prst="rect">
            <a:avLst/>
          </a:prstGeom>
        </p:spPr>
        <p:txBody>
          <a:bodyPr vert="horz" lIns="121888" tIns="60944" rIns="121888" bIns="60944" rtlCol="0" anchor="ctr"/>
          <a:lstStyle>
            <a:lvl1pPr algn="ct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>
                <a:latin typeface="Calibri Light" panose="020F0302020204030204" pitchFamily="34" charset="0"/>
                <a:cs typeface="Calibri Light" panose="020F0302020204030204" pitchFamily="34" charset="0"/>
              </a:rPr>
              <a:t>Microchip Proprietary and Confidential</a:t>
            </a:r>
          </a:p>
        </p:txBody>
      </p:sp>
      <p:pic>
        <p:nvPicPr>
          <p:cNvPr id="2" name="Picture 1" descr="A yellow hexagon with black text&#10;&#10;AI-generated content may be incorrect.">
            <a:extLst>
              <a:ext uri="{FF2B5EF4-FFF2-40B4-BE49-F238E27FC236}">
                <a16:creationId xmlns:a16="http://schemas.microsoft.com/office/drawing/2014/main" id="{3B3AE20F-EBFD-3E05-8295-FB850B7DB2DE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biLevel thresh="50000"/>
            <a:alphaModFix amt="5000"/>
          </a:blip>
          <a:stretch>
            <a:fillRect/>
          </a:stretch>
        </p:blipFill>
        <p:spPr>
          <a:xfrm>
            <a:off x="81301" y="5745018"/>
            <a:ext cx="1194196" cy="10377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4095967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55507" y="923075"/>
            <a:ext cx="5474569" cy="567713"/>
          </a:xfrm>
          <a:prstGeom prst="rect">
            <a:avLst/>
          </a:prstGeom>
        </p:spPr>
        <p:txBody>
          <a:bodyPr anchor="b">
            <a:normAutofit/>
          </a:bodyPr>
          <a:lstStyle>
            <a:lvl1pPr marL="0" indent="0">
              <a:buNone/>
              <a:defRPr sz="2800" b="1" i="0" u="sng">
                <a:solidFill>
                  <a:schemeClr val="accent1"/>
                </a:solidFill>
              </a:defRPr>
            </a:lvl1pPr>
            <a:lvl2pPr marL="609443" indent="0">
              <a:buNone/>
              <a:defRPr sz="2700" b="1"/>
            </a:lvl2pPr>
            <a:lvl3pPr marL="1218885" indent="0">
              <a:buNone/>
              <a:defRPr sz="2400" b="1"/>
            </a:lvl3pPr>
            <a:lvl4pPr marL="1828328" indent="0">
              <a:buNone/>
              <a:defRPr sz="2100" b="1"/>
            </a:lvl4pPr>
            <a:lvl5pPr marL="2437771" indent="0">
              <a:buNone/>
              <a:defRPr sz="2100" b="1"/>
            </a:lvl5pPr>
            <a:lvl6pPr marL="3047213" indent="0">
              <a:buNone/>
              <a:defRPr sz="2100" b="1"/>
            </a:lvl6pPr>
            <a:lvl7pPr marL="3656656" indent="0">
              <a:buNone/>
              <a:defRPr sz="2100" b="1"/>
            </a:lvl7pPr>
            <a:lvl8pPr marL="4266097" indent="0">
              <a:buNone/>
              <a:defRPr sz="2100" b="1"/>
            </a:lvl8pPr>
            <a:lvl9pPr marL="4875541" indent="0">
              <a:buNone/>
              <a:defRPr sz="21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 hasCustomPrompt="1"/>
          </p:nvPr>
        </p:nvSpPr>
        <p:spPr>
          <a:xfrm>
            <a:off x="6385192" y="941660"/>
            <a:ext cx="5387630" cy="567714"/>
          </a:xfrm>
          <a:prstGeom prst="rect">
            <a:avLst/>
          </a:prstGeom>
        </p:spPr>
        <p:txBody>
          <a:bodyPr anchor="b">
            <a:normAutofit/>
          </a:bodyPr>
          <a:lstStyle>
            <a:lvl1pPr marL="0" indent="0">
              <a:buNone/>
              <a:defRPr sz="2800" b="1" u="sng">
                <a:solidFill>
                  <a:schemeClr val="accent1"/>
                </a:solidFill>
              </a:defRPr>
            </a:lvl1pPr>
            <a:lvl2pPr marL="609443" indent="0">
              <a:buNone/>
              <a:defRPr sz="2700" b="1"/>
            </a:lvl2pPr>
            <a:lvl3pPr marL="1218885" indent="0">
              <a:buNone/>
              <a:defRPr sz="2400" b="1"/>
            </a:lvl3pPr>
            <a:lvl4pPr marL="1828328" indent="0">
              <a:buNone/>
              <a:defRPr sz="2100" b="1"/>
            </a:lvl4pPr>
            <a:lvl5pPr marL="2437771" indent="0">
              <a:buNone/>
              <a:defRPr sz="2100" b="1"/>
            </a:lvl5pPr>
            <a:lvl6pPr marL="3047213" indent="0">
              <a:buNone/>
              <a:defRPr sz="2100" b="1"/>
            </a:lvl6pPr>
            <a:lvl7pPr marL="3656656" indent="0">
              <a:buNone/>
              <a:defRPr sz="2100" b="1"/>
            </a:lvl7pPr>
            <a:lvl8pPr marL="4266097" indent="0">
              <a:buNone/>
              <a:defRPr sz="2100" b="1"/>
            </a:lvl8pPr>
            <a:lvl9pPr marL="4875541" indent="0">
              <a:buNone/>
              <a:defRPr sz="2100" b="1"/>
            </a:lvl9pPr>
          </a:lstStyle>
          <a:p>
            <a:pPr lvl="0"/>
            <a:r>
              <a:rPr lang="en-US"/>
              <a:t>Click to edit Master text styles.</a:t>
            </a:r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70898E04-A14A-8140-993E-87174E0C2C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5509" y="96297"/>
            <a:ext cx="11400661" cy="777240"/>
          </a:xfrm>
        </p:spPr>
        <p:txBody>
          <a:bodyPr/>
          <a:lstStyle/>
          <a:p>
            <a:r>
              <a:rPr lang="en-US"/>
              <a:t>Click to edit Master title</a:t>
            </a:r>
          </a:p>
        </p:txBody>
      </p:sp>
      <p:sp>
        <p:nvSpPr>
          <p:cNvPr id="8" name="Content Placeholder 12">
            <a:extLst>
              <a:ext uri="{FF2B5EF4-FFF2-40B4-BE49-F238E27FC236}">
                <a16:creationId xmlns:a16="http://schemas.microsoft.com/office/drawing/2014/main" id="{5170BFA0-6B7E-2944-A49D-35B39ABC44C4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355509" y="1561175"/>
            <a:ext cx="5474567" cy="4795020"/>
          </a:xfrm>
          <a:prstGeom prst="rect">
            <a:avLst/>
          </a:prstGeom>
        </p:spPr>
        <p:txBody>
          <a:bodyPr/>
          <a:lstStyle>
            <a:lvl1pPr marL="274201" indent="-274201">
              <a:defRPr/>
            </a:lvl1pPr>
            <a:lvl2pPr marL="576072" indent="-274320">
              <a:defRPr/>
            </a:lvl2pPr>
            <a:lvl3pPr marL="868680" indent="-274320">
              <a:defRPr/>
            </a:lvl3pPr>
            <a:lvl4pPr marL="1143000" indent="-274320">
              <a:defRPr/>
            </a:lvl4pPr>
            <a:lvl5pPr marL="1435608" indent="-274320"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Content Placeholder 12">
            <a:extLst>
              <a:ext uri="{FF2B5EF4-FFF2-40B4-BE49-F238E27FC236}">
                <a16:creationId xmlns:a16="http://schemas.microsoft.com/office/drawing/2014/main" id="{C883CD4E-1B81-AF4E-B076-F6C9C7DA1692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6385193" y="1561175"/>
            <a:ext cx="5387630" cy="4795019"/>
          </a:xfrm>
          <a:prstGeom prst="rect">
            <a:avLst/>
          </a:prstGeom>
        </p:spPr>
        <p:txBody>
          <a:bodyPr/>
          <a:lstStyle>
            <a:lvl1pPr marL="274201" indent="-274201">
              <a:defRPr/>
            </a:lvl1pPr>
            <a:lvl2pPr marL="576072" indent="-274320">
              <a:defRPr/>
            </a:lvl2pPr>
            <a:lvl3pPr marL="868680" indent="-274320">
              <a:defRPr/>
            </a:lvl3pPr>
            <a:lvl4pPr marL="1143000" indent="-274320">
              <a:defRPr/>
            </a:lvl4pPr>
            <a:lvl5pPr marL="1435608" indent="-274320"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Footer Placeholder 4">
            <a:extLst>
              <a:ext uri="{FF2B5EF4-FFF2-40B4-BE49-F238E27FC236}">
                <a16:creationId xmlns:a16="http://schemas.microsoft.com/office/drawing/2014/main" id="{E2902E3F-7B87-844B-A375-55F0B5134651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>
          <a:xfrm>
            <a:off x="4164514" y="6479339"/>
            <a:ext cx="3859795" cy="233968"/>
          </a:xfrm>
          <a:prstGeom prst="rect">
            <a:avLst/>
          </a:prstGeom>
        </p:spPr>
        <p:txBody>
          <a:bodyPr vert="horz" lIns="121888" tIns="60944" rIns="121888" bIns="60944" rtlCol="0" anchor="ctr"/>
          <a:lstStyle>
            <a:lvl1pPr algn="ct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>
                <a:latin typeface="Calibri Light" panose="020F0302020204030204" pitchFamily="34" charset="0"/>
                <a:cs typeface="Calibri Light" panose="020F0302020204030204" pitchFamily="34" charset="0"/>
              </a:rPr>
              <a:t>Microchip Proprietary and Confidential</a:t>
            </a:r>
          </a:p>
        </p:txBody>
      </p:sp>
      <p:pic>
        <p:nvPicPr>
          <p:cNvPr id="2" name="Picture 1" descr="A yellow hexagon with black text&#10;&#10;AI-generated content may be incorrect.">
            <a:extLst>
              <a:ext uri="{FF2B5EF4-FFF2-40B4-BE49-F238E27FC236}">
                <a16:creationId xmlns:a16="http://schemas.microsoft.com/office/drawing/2014/main" id="{55C55DFB-2F98-CA5F-4C85-99B9E9635B2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biLevel thresh="50000"/>
            <a:alphaModFix amt="5000"/>
          </a:blip>
          <a:stretch>
            <a:fillRect/>
          </a:stretch>
        </p:blipFill>
        <p:spPr>
          <a:xfrm>
            <a:off x="81301" y="5745018"/>
            <a:ext cx="1194196" cy="10377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7310220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 +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55509" y="1381004"/>
            <a:ext cx="5474569" cy="580605"/>
          </a:xfrm>
          <a:prstGeom prst="rect">
            <a:avLst/>
          </a:prstGeom>
        </p:spPr>
        <p:txBody>
          <a:bodyPr anchor="b">
            <a:normAutofit/>
          </a:bodyPr>
          <a:lstStyle>
            <a:lvl1pPr marL="0" indent="0">
              <a:buNone/>
              <a:defRPr sz="2800" b="1" u="sng">
                <a:solidFill>
                  <a:schemeClr val="accent1"/>
                </a:solidFill>
              </a:defRPr>
            </a:lvl1pPr>
            <a:lvl2pPr marL="609443" indent="0">
              <a:buNone/>
              <a:defRPr sz="2700" b="1"/>
            </a:lvl2pPr>
            <a:lvl3pPr marL="1218885" indent="0">
              <a:buNone/>
              <a:defRPr sz="2400" b="1"/>
            </a:lvl3pPr>
            <a:lvl4pPr marL="1828328" indent="0">
              <a:buNone/>
              <a:defRPr sz="2100" b="1"/>
            </a:lvl4pPr>
            <a:lvl5pPr marL="2437771" indent="0">
              <a:buNone/>
              <a:defRPr sz="2100" b="1"/>
            </a:lvl5pPr>
            <a:lvl6pPr marL="3047213" indent="0">
              <a:buNone/>
              <a:defRPr sz="2100" b="1"/>
            </a:lvl6pPr>
            <a:lvl7pPr marL="3656656" indent="0">
              <a:buNone/>
              <a:defRPr sz="2100" b="1"/>
            </a:lvl7pPr>
            <a:lvl8pPr marL="4266097" indent="0">
              <a:buNone/>
              <a:defRPr sz="2100" b="1"/>
            </a:lvl8pPr>
            <a:lvl9pPr marL="4875541" indent="0">
              <a:buNone/>
              <a:defRPr sz="21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385192" y="1381003"/>
            <a:ext cx="5387630" cy="580606"/>
          </a:xfrm>
          <a:prstGeom prst="rect">
            <a:avLst/>
          </a:prstGeom>
        </p:spPr>
        <p:txBody>
          <a:bodyPr anchor="b">
            <a:normAutofit/>
          </a:bodyPr>
          <a:lstStyle>
            <a:lvl1pPr marL="0" indent="0">
              <a:buNone/>
              <a:defRPr sz="2800" b="1" u="sng">
                <a:solidFill>
                  <a:schemeClr val="accent1"/>
                </a:solidFill>
              </a:defRPr>
            </a:lvl1pPr>
            <a:lvl2pPr marL="609443" indent="0">
              <a:buNone/>
              <a:defRPr sz="2700" b="1"/>
            </a:lvl2pPr>
            <a:lvl3pPr marL="1218885" indent="0">
              <a:buNone/>
              <a:defRPr sz="2400" b="1"/>
            </a:lvl3pPr>
            <a:lvl4pPr marL="1828328" indent="0">
              <a:buNone/>
              <a:defRPr sz="2100" b="1"/>
            </a:lvl4pPr>
            <a:lvl5pPr marL="2437771" indent="0">
              <a:buNone/>
              <a:defRPr sz="2100" b="1"/>
            </a:lvl5pPr>
            <a:lvl6pPr marL="3047213" indent="0">
              <a:buNone/>
              <a:defRPr sz="2100" b="1"/>
            </a:lvl6pPr>
            <a:lvl7pPr marL="3656656" indent="0">
              <a:buNone/>
              <a:defRPr sz="2100" b="1"/>
            </a:lvl7pPr>
            <a:lvl8pPr marL="4266097" indent="0">
              <a:buNone/>
              <a:defRPr sz="2100" b="1"/>
            </a:lvl8pPr>
            <a:lvl9pPr marL="4875541" indent="0">
              <a:buNone/>
              <a:defRPr sz="21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E22C09BD-60A2-D244-8F4B-695A122744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5509" y="96297"/>
            <a:ext cx="11400661" cy="777240"/>
          </a:xfrm>
        </p:spPr>
        <p:txBody>
          <a:bodyPr/>
          <a:lstStyle/>
          <a:p>
            <a:r>
              <a:rPr lang="en-US"/>
              <a:t>Click to edit Master title</a:t>
            </a:r>
          </a:p>
        </p:txBody>
      </p:sp>
      <p:sp>
        <p:nvSpPr>
          <p:cNvPr id="9" name="Text Placeholder 9">
            <a:extLst>
              <a:ext uri="{FF2B5EF4-FFF2-40B4-BE49-F238E27FC236}">
                <a16:creationId xmlns:a16="http://schemas.microsoft.com/office/drawing/2014/main" id="{E1D56C46-C13D-6843-8D78-E9DE559D36F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68603" y="851831"/>
            <a:ext cx="11400661" cy="428625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>
                <a:solidFill>
                  <a:schemeClr val="bg2"/>
                </a:solidFill>
              </a:defRPr>
            </a:lvl1pPr>
          </a:lstStyle>
          <a:p>
            <a:pPr lvl="0"/>
            <a:r>
              <a:rPr lang="en-US" b="1" kern="0">
                <a:solidFill>
                  <a:srgbClr val="45A8C4"/>
                </a:solidFill>
                <a:latin typeface="+mn-lt"/>
                <a:cs typeface="Calibri"/>
              </a:rPr>
              <a:t>Subtitle</a:t>
            </a:r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F88E56A8-D17E-8848-8C5B-EC8D2FC7921A}"/>
              </a:ext>
            </a:extLst>
          </p:cNvPr>
          <p:cNvSpPr/>
          <p:nvPr userDrawn="1"/>
        </p:nvSpPr>
        <p:spPr>
          <a:xfrm>
            <a:off x="10436087" y="6490880"/>
            <a:ext cx="129209" cy="198155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11" name="Content Placeholder 12">
            <a:extLst>
              <a:ext uri="{FF2B5EF4-FFF2-40B4-BE49-F238E27FC236}">
                <a16:creationId xmlns:a16="http://schemas.microsoft.com/office/drawing/2014/main" id="{61902A9B-4EBD-9042-9417-398D31C80DB0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355509" y="1988634"/>
            <a:ext cx="5474567" cy="4327704"/>
          </a:xfrm>
          <a:prstGeom prst="rect">
            <a:avLst/>
          </a:prstGeom>
        </p:spPr>
        <p:txBody>
          <a:bodyPr/>
          <a:lstStyle>
            <a:lvl1pPr marL="274201" indent="-274201">
              <a:defRPr/>
            </a:lvl1pPr>
            <a:lvl2pPr marL="576072" indent="-274320">
              <a:defRPr/>
            </a:lvl2pPr>
            <a:lvl3pPr marL="868680" indent="-274320">
              <a:defRPr/>
            </a:lvl3pPr>
            <a:lvl4pPr marL="1143000" indent="-274320">
              <a:defRPr/>
            </a:lvl4pPr>
            <a:lvl5pPr marL="1435608" indent="-274320"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Content Placeholder 12">
            <a:extLst>
              <a:ext uri="{FF2B5EF4-FFF2-40B4-BE49-F238E27FC236}">
                <a16:creationId xmlns:a16="http://schemas.microsoft.com/office/drawing/2014/main" id="{326E65A8-182F-624C-B231-E6CD084CC095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6385193" y="1988634"/>
            <a:ext cx="5387630" cy="4327704"/>
          </a:xfrm>
          <a:prstGeom prst="rect">
            <a:avLst/>
          </a:prstGeom>
        </p:spPr>
        <p:txBody>
          <a:bodyPr/>
          <a:lstStyle>
            <a:lvl1pPr marL="274201" indent="-274201">
              <a:defRPr/>
            </a:lvl1pPr>
            <a:lvl2pPr marL="576072" indent="-274320">
              <a:defRPr/>
            </a:lvl2pPr>
            <a:lvl3pPr marL="868680" indent="-274320">
              <a:defRPr/>
            </a:lvl3pPr>
            <a:lvl4pPr marL="1143000" indent="-274320">
              <a:defRPr/>
            </a:lvl4pPr>
            <a:lvl5pPr marL="1435608" indent="-274320"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Footer Placeholder 4">
            <a:extLst>
              <a:ext uri="{FF2B5EF4-FFF2-40B4-BE49-F238E27FC236}">
                <a16:creationId xmlns:a16="http://schemas.microsoft.com/office/drawing/2014/main" id="{4985913B-9067-5E4F-BEB8-B40B0526CDDE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>
          <a:xfrm>
            <a:off x="4164514" y="6479339"/>
            <a:ext cx="3859795" cy="233968"/>
          </a:xfrm>
          <a:prstGeom prst="rect">
            <a:avLst/>
          </a:prstGeom>
        </p:spPr>
        <p:txBody>
          <a:bodyPr vert="horz" lIns="121888" tIns="60944" rIns="121888" bIns="60944" rtlCol="0" anchor="ctr"/>
          <a:lstStyle>
            <a:lvl1pPr algn="ct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>
                <a:latin typeface="Calibri Light" panose="020F0302020204030204" pitchFamily="34" charset="0"/>
                <a:cs typeface="Calibri Light" panose="020F0302020204030204" pitchFamily="34" charset="0"/>
              </a:rPr>
              <a:t>Microchip Proprietary and Confidential</a:t>
            </a:r>
          </a:p>
        </p:txBody>
      </p:sp>
      <p:pic>
        <p:nvPicPr>
          <p:cNvPr id="4" name="Picture 3" descr="A yellow hexagon with black text&#10;&#10;AI-generated content may be incorrect.">
            <a:extLst>
              <a:ext uri="{FF2B5EF4-FFF2-40B4-BE49-F238E27FC236}">
                <a16:creationId xmlns:a16="http://schemas.microsoft.com/office/drawing/2014/main" id="{E501316A-0C39-6B19-2B84-2B84186FEF30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biLevel thresh="50000"/>
            <a:alphaModFix amt="5000"/>
          </a:blip>
          <a:stretch>
            <a:fillRect/>
          </a:stretch>
        </p:blipFill>
        <p:spPr>
          <a:xfrm>
            <a:off x="81301" y="5745018"/>
            <a:ext cx="1194196" cy="10377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6731217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Placeholder 1">
            <a:extLst>
              <a:ext uri="{FF2B5EF4-FFF2-40B4-BE49-F238E27FC236}">
                <a16:creationId xmlns:a16="http://schemas.microsoft.com/office/drawing/2014/main" id="{B3394856-2C64-DE43-BBDF-9532660842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5509" y="96296"/>
            <a:ext cx="11400661" cy="1600406"/>
          </a:xfrm>
          <a:prstGeom prst="rect">
            <a:avLst/>
          </a:prstGeom>
        </p:spPr>
        <p:txBody>
          <a:bodyPr vert="horz" lIns="121888" tIns="60944" rIns="121888" bIns="60944" rtlCol="0" anchor="t" anchorCtr="0">
            <a:noAutofit/>
          </a:bodyPr>
          <a:lstStyle/>
          <a:p>
            <a:r>
              <a:rPr lang="en-US"/>
              <a:t>Click to edit Master title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DDE56F0-37A2-F74C-BB25-DF51CEB5FA5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164514" y="6479339"/>
            <a:ext cx="3859795" cy="233968"/>
          </a:xfrm>
          <a:prstGeom prst="rect">
            <a:avLst/>
          </a:prstGeom>
        </p:spPr>
        <p:txBody>
          <a:bodyPr vert="horz" lIns="121888" tIns="60944" rIns="121888" bIns="60944" rtlCol="0" anchor="ctr"/>
          <a:lstStyle>
            <a:lvl1pPr algn="ct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>
                <a:latin typeface="Calibri Light" panose="020F0302020204030204" pitchFamily="34" charset="0"/>
                <a:cs typeface="Calibri Light" panose="020F0302020204030204" pitchFamily="34" charset="0"/>
              </a:rPr>
              <a:t>Microchip Proprietary and Confidential</a:t>
            </a:r>
          </a:p>
        </p:txBody>
      </p:sp>
      <p:pic>
        <p:nvPicPr>
          <p:cNvPr id="2" name="Picture 1" descr="A yellow hexagon with black text&#10;&#10;AI-generated content may be incorrect.">
            <a:extLst>
              <a:ext uri="{FF2B5EF4-FFF2-40B4-BE49-F238E27FC236}">
                <a16:creationId xmlns:a16="http://schemas.microsoft.com/office/drawing/2014/main" id="{D39D48CF-046F-2581-EE99-7EDE4E2D431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biLevel thresh="50000"/>
            <a:alphaModFix amt="5000"/>
          </a:blip>
          <a:stretch>
            <a:fillRect/>
          </a:stretch>
        </p:blipFill>
        <p:spPr>
          <a:xfrm>
            <a:off x="81301" y="5745018"/>
            <a:ext cx="1194196" cy="10377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0212021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+ Sub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5E966262-8B36-DB45-BCFF-E847EDF91C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5509" y="96295"/>
            <a:ext cx="11400661" cy="777240"/>
          </a:xfrm>
        </p:spPr>
        <p:txBody>
          <a:bodyPr/>
          <a:lstStyle>
            <a:lvl1pPr>
              <a:defRPr>
                <a:solidFill>
                  <a:srgbClr val="0E3689"/>
                </a:solidFill>
              </a:defRPr>
            </a:lvl1pPr>
          </a:lstStyle>
          <a:p>
            <a:r>
              <a:rPr lang="en-US"/>
              <a:t>Click to edit Master title</a:t>
            </a:r>
          </a:p>
        </p:txBody>
      </p:sp>
      <p:sp>
        <p:nvSpPr>
          <p:cNvPr id="7" name="Text Placeholder 9">
            <a:extLst>
              <a:ext uri="{FF2B5EF4-FFF2-40B4-BE49-F238E27FC236}">
                <a16:creationId xmlns:a16="http://schemas.microsoft.com/office/drawing/2014/main" id="{8F614E39-BA14-7D4B-8328-2FB5286D32B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68603" y="855575"/>
            <a:ext cx="11400661" cy="428625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>
              <a:buNone/>
              <a:defRPr>
                <a:solidFill>
                  <a:schemeClr val="bg2"/>
                </a:solidFill>
              </a:defRPr>
            </a:lvl1pPr>
          </a:lstStyle>
          <a:p>
            <a:pPr lvl="0"/>
            <a:r>
              <a:rPr lang="en-US" b="1" kern="0">
                <a:solidFill>
                  <a:srgbClr val="45A8C4"/>
                </a:solidFill>
                <a:latin typeface="+mn-lt"/>
                <a:cs typeface="Calibri"/>
              </a:rPr>
              <a:t>Subtitle</a:t>
            </a:r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5306521-0BA2-7C48-8CAD-8B9AFEEF681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164514" y="6479339"/>
            <a:ext cx="3859795" cy="233968"/>
          </a:xfrm>
          <a:prstGeom prst="rect">
            <a:avLst/>
          </a:prstGeom>
        </p:spPr>
        <p:txBody>
          <a:bodyPr vert="horz" lIns="121888" tIns="60944" rIns="121888" bIns="60944" rtlCol="0" anchor="ctr"/>
          <a:lstStyle>
            <a:lvl1pPr algn="ct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>
                <a:latin typeface="Calibri Light" panose="020F0302020204030204" pitchFamily="34" charset="0"/>
                <a:cs typeface="Calibri Light" panose="020F0302020204030204" pitchFamily="34" charset="0"/>
              </a:rPr>
              <a:t>Microchip Proprietary and Confidential</a:t>
            </a:r>
          </a:p>
        </p:txBody>
      </p:sp>
      <p:pic>
        <p:nvPicPr>
          <p:cNvPr id="2" name="Picture 1" descr="A yellow hexagon with black text&#10;&#10;AI-generated content may be incorrect.">
            <a:extLst>
              <a:ext uri="{FF2B5EF4-FFF2-40B4-BE49-F238E27FC236}">
                <a16:creationId xmlns:a16="http://schemas.microsoft.com/office/drawing/2014/main" id="{A4C943D3-3A6A-D69B-04E7-50B0F7CBA48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biLevel thresh="50000"/>
            <a:alphaModFix amt="5000"/>
          </a:blip>
          <a:stretch>
            <a:fillRect/>
          </a:stretch>
        </p:blipFill>
        <p:spPr>
          <a:xfrm>
            <a:off x="81301" y="5745018"/>
            <a:ext cx="1194196" cy="10377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9432771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7EDE752C-4DF4-1741-BE5B-60F47530E2A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164514" y="6479339"/>
            <a:ext cx="3859795" cy="233968"/>
          </a:xfrm>
          <a:prstGeom prst="rect">
            <a:avLst/>
          </a:prstGeom>
        </p:spPr>
        <p:txBody>
          <a:bodyPr vert="horz" lIns="121888" tIns="60944" rIns="121888" bIns="60944" rtlCol="0" anchor="ctr"/>
          <a:lstStyle>
            <a:lvl1pPr algn="ct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>
                <a:latin typeface="Calibri Light" panose="020F0302020204030204" pitchFamily="34" charset="0"/>
                <a:cs typeface="Calibri Light" panose="020F0302020204030204" pitchFamily="34" charset="0"/>
              </a:rPr>
              <a:t>Microchip Proprietary and Confidential</a:t>
            </a:r>
          </a:p>
        </p:txBody>
      </p:sp>
      <p:pic>
        <p:nvPicPr>
          <p:cNvPr id="2" name="Picture 1" descr="A yellow hexagon with black text&#10;&#10;AI-generated content may be incorrect.">
            <a:extLst>
              <a:ext uri="{FF2B5EF4-FFF2-40B4-BE49-F238E27FC236}">
                <a16:creationId xmlns:a16="http://schemas.microsoft.com/office/drawing/2014/main" id="{D350C0CF-65C2-4C10-0079-A5A16446E83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biLevel thresh="50000"/>
            <a:alphaModFix amt="5000"/>
          </a:blip>
          <a:stretch>
            <a:fillRect/>
          </a:stretch>
        </p:blipFill>
        <p:spPr>
          <a:xfrm>
            <a:off x="81301" y="5745018"/>
            <a:ext cx="1194196" cy="10377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7893134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jpe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MCHP-logo.jpg"/>
          <p:cNvPicPr>
            <a:picLocks noChangeAspect="1"/>
          </p:cNvPicPr>
          <p:nvPr userDrawn="1"/>
        </p:nvPicPr>
        <p:blipFill>
          <a:blip r:embed="rId14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583436" y="6396138"/>
            <a:ext cx="1447127" cy="364442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55509" y="96296"/>
            <a:ext cx="11400661" cy="942795"/>
          </a:xfrm>
          <a:prstGeom prst="rect">
            <a:avLst/>
          </a:prstGeom>
        </p:spPr>
        <p:txBody>
          <a:bodyPr vert="horz" lIns="121888" tIns="60944" rIns="121888" bIns="60944" rtlCol="0" anchor="t" anchorCtr="0">
            <a:noAutofit/>
          </a:bodyPr>
          <a:lstStyle/>
          <a:p>
            <a:r>
              <a:rPr lang="en-US"/>
              <a:t>Click to edit Master title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55509" y="1039091"/>
            <a:ext cx="11400661" cy="5412311"/>
          </a:xfrm>
          <a:prstGeom prst="rect">
            <a:avLst/>
          </a:prstGeom>
        </p:spPr>
        <p:txBody>
          <a:bodyPr vert="horz" lIns="121888" tIns="60944" rIns="121888" bIns="60944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Footer Placeholder 4">
            <a:extLst>
              <a:ext uri="{FF2B5EF4-FFF2-40B4-BE49-F238E27FC236}">
                <a16:creationId xmlns:a16="http://schemas.microsoft.com/office/drawing/2014/main" id="{52589C74-EF87-2646-A562-5428C2FBE5F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164514" y="6479339"/>
            <a:ext cx="3859795" cy="233968"/>
          </a:xfrm>
          <a:prstGeom prst="rect">
            <a:avLst/>
          </a:prstGeom>
        </p:spPr>
        <p:txBody>
          <a:bodyPr vert="horz" lIns="121888" tIns="60944" rIns="121888" bIns="60944" rtlCol="0" anchor="ctr"/>
          <a:lstStyle>
            <a:lvl1pPr algn="ct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>
                <a:latin typeface="Calibri Light" panose="020F0302020204030204" pitchFamily="34" charset="0"/>
                <a:cs typeface="Calibri Light" panose="020F0302020204030204" pitchFamily="34" charset="0"/>
              </a:rPr>
              <a:t>Microchip Proprietary and Confidential</a:t>
            </a:r>
          </a:p>
        </p:txBody>
      </p:sp>
    </p:spTree>
    <p:extLst>
      <p:ext uri="{BB962C8B-B14F-4D97-AF65-F5344CB8AC3E}">
        <p14:creationId xmlns:p14="http://schemas.microsoft.com/office/powerpoint/2010/main" val="217697904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1" r:id="rId2"/>
    <p:sldLayoutId id="2147483650" r:id="rId3"/>
    <p:sldLayoutId id="2147483656" r:id="rId4"/>
    <p:sldLayoutId id="2147483660" r:id="rId5"/>
    <p:sldLayoutId id="2147483652" r:id="rId6"/>
    <p:sldLayoutId id="2147483657" r:id="rId7"/>
    <p:sldLayoutId id="2147483653" r:id="rId8"/>
    <p:sldLayoutId id="2147483658" r:id="rId9"/>
    <p:sldLayoutId id="2147483654" r:id="rId10"/>
    <p:sldLayoutId id="2147483659" r:id="rId11"/>
    <p:sldLayoutId id="2147483655" r:id="rId12"/>
  </p:sldLayoutIdLst>
  <p:hf sldNum="0" hdr="0" ftr="0" dt="0"/>
  <p:txStyles>
    <p:titleStyle>
      <a:lvl1pPr algn="l" defTabSz="609443" rtl="0" eaLnBrk="1" latinLnBrk="0" hangingPunct="1">
        <a:lnSpc>
          <a:spcPct val="100000"/>
        </a:lnSpc>
        <a:spcBef>
          <a:spcPct val="0"/>
        </a:spcBef>
        <a:buNone/>
        <a:defRPr sz="4400" b="1" kern="1200" normalizeH="0" baseline="0">
          <a:solidFill>
            <a:srgbClr val="0E3689"/>
          </a:solidFill>
          <a:latin typeface="+mj-lt"/>
          <a:ea typeface="+mj-ea"/>
          <a:cs typeface="+mj-cs"/>
        </a:defRPr>
      </a:lvl1pPr>
    </p:titleStyle>
    <p:bodyStyle>
      <a:lvl1pPr marL="274320" indent="-274320" algn="l" defTabSz="609443" rtl="0" eaLnBrk="1" latinLnBrk="0" hangingPunct="1">
        <a:spcBef>
          <a:spcPts val="300"/>
        </a:spcBef>
        <a:buClr>
          <a:srgbClr val="0E3689"/>
        </a:buClr>
        <a:buFont typeface="Arial"/>
        <a:buChar char="•"/>
        <a:defRPr sz="3200" b="1" kern="1200">
          <a:solidFill>
            <a:srgbClr val="070707"/>
          </a:solidFill>
          <a:latin typeface="+mn-lt"/>
          <a:ea typeface="+mn-ea"/>
          <a:cs typeface="+mn-cs"/>
        </a:defRPr>
      </a:lvl1pPr>
      <a:lvl2pPr marL="576072" indent="-274320" algn="l" defTabSz="609443" rtl="0" eaLnBrk="1" latinLnBrk="0" hangingPunct="1">
        <a:spcBef>
          <a:spcPts val="300"/>
        </a:spcBef>
        <a:buClr>
          <a:srgbClr val="1D9CE4"/>
        </a:buClr>
        <a:buFont typeface="Arial" panose="020B0604020202020204" pitchFamily="34" charset="0"/>
        <a:buChar char="•"/>
        <a:defRPr sz="2800" kern="1200">
          <a:solidFill>
            <a:srgbClr val="070707"/>
          </a:solidFill>
          <a:latin typeface="+mn-lt"/>
          <a:ea typeface="+mn-ea"/>
          <a:cs typeface="+mn-cs"/>
        </a:defRPr>
      </a:lvl2pPr>
      <a:lvl3pPr marL="868680" indent="-274320" algn="l" defTabSz="609443" rtl="0" eaLnBrk="1" latinLnBrk="0" hangingPunct="1">
        <a:spcBef>
          <a:spcPts val="300"/>
        </a:spcBef>
        <a:buClr>
          <a:srgbClr val="1D9CE4"/>
        </a:buClr>
        <a:buFont typeface="Arial"/>
        <a:buChar char="•"/>
        <a:defRPr sz="2400" kern="1200">
          <a:solidFill>
            <a:srgbClr val="070707"/>
          </a:solidFill>
          <a:latin typeface="+mn-lt"/>
          <a:ea typeface="+mn-ea"/>
          <a:cs typeface="+mn-cs"/>
        </a:defRPr>
      </a:lvl3pPr>
      <a:lvl4pPr marL="1143000" indent="-274320" algn="l" defTabSz="609443" rtl="0" eaLnBrk="1" latinLnBrk="0" hangingPunct="1">
        <a:spcBef>
          <a:spcPts val="300"/>
        </a:spcBef>
        <a:buClr>
          <a:srgbClr val="1D9CE4"/>
        </a:buClr>
        <a:buFont typeface="Arial" panose="020B0604020202020204" pitchFamily="34" charset="0"/>
        <a:buChar char="•"/>
        <a:defRPr sz="2000" kern="1200">
          <a:solidFill>
            <a:srgbClr val="070707"/>
          </a:solidFill>
          <a:latin typeface="+mn-lt"/>
          <a:ea typeface="+mn-ea"/>
          <a:cs typeface="+mn-cs"/>
        </a:defRPr>
      </a:lvl4pPr>
      <a:lvl5pPr marL="1435608" indent="-274320" algn="l" defTabSz="609443" rtl="0" eaLnBrk="1" latinLnBrk="0" hangingPunct="1">
        <a:spcBef>
          <a:spcPts val="300"/>
        </a:spcBef>
        <a:buClr>
          <a:srgbClr val="1D9CE4"/>
        </a:buClr>
        <a:buFont typeface="Arial" panose="020B0604020202020204" pitchFamily="34" charset="0"/>
        <a:buChar char="•"/>
        <a:defRPr sz="2000" kern="1200">
          <a:solidFill>
            <a:srgbClr val="070707"/>
          </a:solidFill>
          <a:latin typeface="+mn-lt"/>
          <a:ea typeface="+mn-ea"/>
          <a:cs typeface="+mn-cs"/>
        </a:defRPr>
      </a:lvl5pPr>
      <a:lvl6pPr marL="3351933" indent="-304723" algn="l" defTabSz="609443" rtl="0" eaLnBrk="1" latinLnBrk="0" hangingPunct="1">
        <a:spcBef>
          <a:spcPct val="20000"/>
        </a:spcBef>
        <a:buFont typeface="Arial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6pPr>
      <a:lvl7pPr marL="3961376" indent="-304723" algn="l" defTabSz="609443" rtl="0" eaLnBrk="1" latinLnBrk="0" hangingPunct="1">
        <a:spcBef>
          <a:spcPct val="20000"/>
        </a:spcBef>
        <a:buFont typeface="Arial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7pPr>
      <a:lvl8pPr marL="4570819" indent="-304723" algn="l" defTabSz="609443" rtl="0" eaLnBrk="1" latinLnBrk="0" hangingPunct="1">
        <a:spcBef>
          <a:spcPct val="20000"/>
        </a:spcBef>
        <a:buFont typeface="Arial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8pPr>
      <a:lvl9pPr marL="5180261" indent="-304723" algn="l" defTabSz="609443" rtl="0" eaLnBrk="1" latinLnBrk="0" hangingPunct="1">
        <a:spcBef>
          <a:spcPct val="20000"/>
        </a:spcBef>
        <a:buFont typeface="Arial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09443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443" algn="l" defTabSz="609443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8885" algn="l" defTabSz="609443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328" algn="l" defTabSz="609443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7771" algn="l" defTabSz="609443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213" algn="l" defTabSz="609443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6656" algn="l" defTabSz="609443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6097" algn="l" defTabSz="609443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5541" algn="l" defTabSz="609443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559" userDrawn="1">
          <p15:clr>
            <a:srgbClr val="F26B43"/>
          </p15:clr>
        </p15:guide>
        <p15:guide id="2" pos="168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6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5" Type="http://schemas.openxmlformats.org/officeDocument/2006/relationships/image" Target="../media/image6.png"/><Relationship Id="rId4" Type="http://schemas.openxmlformats.org/officeDocument/2006/relationships/image" Target="../media/image5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8D854E-F0FA-DA43-9468-0509537A29B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sz="2400" dirty="0"/>
              <a:t>Development Systems Hackathon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373D081-4997-FF4D-B75C-F6275A20E91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4935143" y="6123667"/>
            <a:ext cx="6419850" cy="252110"/>
          </a:xfrm>
        </p:spPr>
        <p:txBody>
          <a:bodyPr/>
          <a:lstStyle/>
          <a:p>
            <a:r>
              <a:rPr lang="en-US" dirty="0"/>
              <a:t>02 December 2025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88F16D4-E23A-8B42-AEFF-22E5AFC9F8F0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 anchor="b" anchorCtr="0"/>
          <a:lstStyle/>
          <a:p>
            <a:r>
              <a:rPr lang="en-US" dirty="0"/>
              <a:t>Hackathon 2025</a:t>
            </a:r>
          </a:p>
        </p:txBody>
      </p:sp>
    </p:spTree>
    <p:extLst>
      <p:ext uri="{BB962C8B-B14F-4D97-AF65-F5344CB8AC3E}">
        <p14:creationId xmlns:p14="http://schemas.microsoft.com/office/powerpoint/2010/main" val="217652238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8D5AD1-9690-5240-8658-BB480F7CE2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PyKit</a:t>
            </a:r>
            <a:r>
              <a:rPr lang="en-US" dirty="0"/>
              <a:t> Explorer – </a:t>
            </a:r>
            <a:br>
              <a:rPr lang="en-US" dirty="0"/>
            </a:br>
            <a:r>
              <a:rPr lang="en-US" dirty="0"/>
              <a:t>Balancing Bot Demo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7932421-4259-2644-8AE9-B73E6A93194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3600" b="1" dirty="0"/>
              <a:t>Don't Fall for It</a:t>
            </a:r>
          </a:p>
          <a:p>
            <a:r>
              <a:rPr lang="en-US"/>
              <a:t>Ross Satchell </a:t>
            </a:r>
            <a:r>
              <a:rPr lang="en-US" dirty="0"/>
              <a:t>– Liam Sheard</a:t>
            </a:r>
          </a:p>
        </p:txBody>
      </p:sp>
      <p:pic>
        <p:nvPicPr>
          <p:cNvPr id="6" name="Picture 5" descr="A yellow hexagon with black text&#10;&#10;AI-generated content may be incorrect.">
            <a:extLst>
              <a:ext uri="{FF2B5EF4-FFF2-40B4-BE49-F238E27FC236}">
                <a16:creationId xmlns:a16="http://schemas.microsoft.com/office/drawing/2014/main" id="{51CC3892-DF47-7E63-1554-1953D1898CF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8133" y="2141763"/>
            <a:ext cx="2962473" cy="25744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0561322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AC07ED-0E8F-3341-BD66-CC6F287C0B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Balancing Bot- Challenge &amp; Solution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F339E60-4C74-AF83-443E-81E6DE7133F8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355509" y="1096076"/>
            <a:ext cx="5505846" cy="5374679"/>
          </a:xfrm>
        </p:spPr>
        <p:txBody>
          <a:bodyPr>
            <a:normAutofit lnSpcReduction="10000"/>
          </a:bodyPr>
          <a:lstStyle/>
          <a:p>
            <a:r>
              <a:rPr lang="en-US" dirty="0"/>
              <a:t>Legacy demo kits: delicate, scarce, hard to replicate</a:t>
            </a:r>
          </a:p>
          <a:p>
            <a:r>
              <a:rPr lang="en-US" dirty="0"/>
              <a:t>Barriers: cost, complexity, shipping, expertise</a:t>
            </a:r>
          </a:p>
          <a:p>
            <a:r>
              <a:rPr lang="en-US" dirty="0"/>
              <a:t>Our answer: </a:t>
            </a:r>
            <a:r>
              <a:rPr lang="en-US" dirty="0" err="1"/>
              <a:t>PyKit</a:t>
            </a:r>
            <a:r>
              <a:rPr lang="en-US" dirty="0"/>
              <a:t> Explorer (Ruler Kit) - as a Demo!</a:t>
            </a:r>
          </a:p>
          <a:p>
            <a:pPr lvl="1"/>
            <a:r>
              <a:rPr lang="en-US" dirty="0"/>
              <a:t>Affordable, accessible, instantly deployable, like our Workshop</a:t>
            </a:r>
          </a:p>
          <a:p>
            <a:pPr lvl="1"/>
            <a:r>
              <a:rPr lang="en-US" dirty="0"/>
              <a:t>Modular—3D printed parts, easy customization</a:t>
            </a:r>
          </a:p>
          <a:p>
            <a:pPr lvl="1"/>
            <a:r>
              <a:rPr lang="en-US" dirty="0"/>
              <a:t>Programmed in Python (</a:t>
            </a:r>
            <a:r>
              <a:rPr lang="en-US" dirty="0" err="1"/>
              <a:t>CircuitPy</a:t>
            </a:r>
            <a:r>
              <a:rPr lang="en-US" dirty="0"/>
              <a:t>)</a:t>
            </a:r>
          </a:p>
        </p:txBody>
      </p:sp>
      <p:pic>
        <p:nvPicPr>
          <p:cNvPr id="7" name="Content Placeholder 6" descr="A red and white machine on a table&#10;&#10;AI-generated content may be incorrect.">
            <a:extLst>
              <a:ext uri="{FF2B5EF4-FFF2-40B4-BE49-F238E27FC236}">
                <a16:creationId xmlns:a16="http://schemas.microsoft.com/office/drawing/2014/main" id="{24B78C4E-4BDF-D819-4E78-0F8AAE3705D3}"/>
              </a:ext>
            </a:extLst>
          </p:cNvPr>
          <p:cNvPicPr>
            <a:picLocks noGrp="1" noChangeAspect="1"/>
          </p:cNvPicPr>
          <p:nvPr>
            <p:ph sz="quarter" idx="16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6986985" y="1215390"/>
            <a:ext cx="4031456" cy="4907114"/>
          </a:xfrm>
        </p:spPr>
      </p:pic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C7354456-62C1-42D6-BB27-2EDF712AD3B3}"/>
              </a:ext>
            </a:extLst>
          </p:cNvPr>
          <p:cNvCxnSpPr>
            <a:cxnSpLocks/>
          </p:cNvCxnSpPr>
          <p:nvPr/>
        </p:nvCxnSpPr>
        <p:spPr>
          <a:xfrm>
            <a:off x="123319" y="984806"/>
            <a:ext cx="11755414" cy="0"/>
          </a:xfrm>
          <a:prstGeom prst="line">
            <a:avLst/>
          </a:prstGeom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Rectangle 2">
            <a:extLst>
              <a:ext uri="{FF2B5EF4-FFF2-40B4-BE49-F238E27FC236}">
                <a16:creationId xmlns:a16="http://schemas.microsoft.com/office/drawing/2014/main" id="{12839F65-9648-4A0F-87F9-0B6ECF07DD10}"/>
              </a:ext>
            </a:extLst>
          </p:cNvPr>
          <p:cNvSpPr>
            <a:spLocks noChangeArrowheads="1"/>
          </p:cNvSpPr>
          <p:nvPr/>
        </p:nvSpPr>
        <p:spPr bwMode="auto">
          <a:xfrm flipV="1">
            <a:off x="1514764" y="2874048"/>
            <a:ext cx="6031346" cy="457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31282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A red circuit board with wires on a table&#10;&#10;AI-generated content may be incorrect.">
            <a:extLst>
              <a:ext uri="{FF2B5EF4-FFF2-40B4-BE49-F238E27FC236}">
                <a16:creationId xmlns:a16="http://schemas.microsoft.com/office/drawing/2014/main" id="{0936B346-4459-E48B-8BBA-6ADAF5F752B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8401878" y="873537"/>
            <a:ext cx="3354292" cy="3422873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9E5A6C25-8B27-3EC5-0587-ECE8AD6859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Impact &amp; Inspiration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5DD3223-F553-42B7-EB94-98DFAAB49830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355509" y="873537"/>
            <a:ext cx="6283830" cy="5888166"/>
          </a:xfrm>
        </p:spPr>
        <p:txBody>
          <a:bodyPr anchor="t">
            <a:normAutofit/>
          </a:bodyPr>
          <a:lstStyle/>
          <a:p>
            <a:r>
              <a:rPr lang="en-US" dirty="0"/>
              <a:t>Not just a “toy” - hands-on controls, multi-discipline learning.</a:t>
            </a:r>
          </a:p>
          <a:p>
            <a:endParaRPr lang="en-US" dirty="0"/>
          </a:p>
          <a:p>
            <a:r>
              <a:rPr lang="en-US" dirty="0"/>
              <a:t>Empowers students, teachers, ambassadors - globally!</a:t>
            </a:r>
          </a:p>
          <a:p>
            <a:endParaRPr lang="en-US" dirty="0"/>
          </a:p>
          <a:p>
            <a:r>
              <a:rPr lang="en-US" dirty="0"/>
              <a:t>Scales from intro lessons to advanced projects &amp; clubs</a:t>
            </a:r>
          </a:p>
          <a:p>
            <a:endParaRPr lang="en-US" dirty="0"/>
          </a:p>
          <a:p>
            <a:r>
              <a:rPr lang="en-US" dirty="0"/>
              <a:t>Built in under 24 hours - imagine what’s possible next!</a:t>
            </a:r>
          </a:p>
        </p:txBody>
      </p:sp>
      <p:pic>
        <p:nvPicPr>
          <p:cNvPr id="13" name="Compressed-FinalPrintVideo-TL">
            <a:hlinkClick r:id="" action="ppaction://media"/>
            <a:extLst>
              <a:ext uri="{FF2B5EF4-FFF2-40B4-BE49-F238E27FC236}">
                <a16:creationId xmlns:a16="http://schemas.microsoft.com/office/drawing/2014/main" id="{D6AA64BF-2E5C-2138-8BBA-CC5AF5A754BC}"/>
              </a:ext>
            </a:extLst>
          </p:cNvPr>
          <p:cNvPicPr>
            <a:picLocks noGrp="1" noChangeAspect="1"/>
          </p:cNvPicPr>
          <p:nvPr>
            <p:ph sz="quarter" idx="16"/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rcRect l="4163" r="4163"/>
          <a:stretch>
            <a:fillRect/>
          </a:stretch>
        </p:blipFill>
        <p:spPr>
          <a:xfrm>
            <a:off x="6639339" y="3913218"/>
            <a:ext cx="3782451" cy="23208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601227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5000" fill="hold"/>
                                        <p:tgtEl>
                                          <p:spTgt spid="1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7" restart="whenNotActive" fill="hold" evtFilter="cancelBubble" nodeType="interactiveSeq">
                <p:stCondLst>
                  <p:cond evt="onClick" delay="0">
                    <p:tgtEl>
                      <p:spTgt spid="1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" fill="hold">
                      <p:stCondLst>
                        <p:cond delay="0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1" dur="1" fill="hold"/>
                                        <p:tgtEl>
                                          <p:spTgt spid="1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3"/>
                  </p:tgtEl>
                </p:cond>
              </p:nextCondLst>
            </p:seq>
            <p:video>
              <p:cMediaNode vol="80000">
                <p:cTn id="12" repeatCount="indefinite" fill="hold" display="0">
                  <p:stCondLst>
                    <p:cond delay="indefinite"/>
                  </p:stCondLst>
                </p:cTn>
                <p:tgtEl>
                  <p:spTgt spid="13"/>
                </p:tgtEl>
              </p:cMediaNode>
            </p:video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CF3E28-3EA2-78CF-CF26-08FD11C007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D94974-9D67-74C7-FB5F-7A1214AA71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Next Steps &amp; Vision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6166784-C274-F9EC-B2B1-54A2E30B8FCC}"/>
              </a:ext>
            </a:extLst>
          </p:cNvPr>
          <p:cNvSpPr>
            <a:spLocks noGrp="1"/>
          </p:cNvSpPr>
          <p:nvPr>
            <p:ph sz="quarter" idx="15"/>
          </p:nvPr>
        </p:nvSpPr>
        <p:spPr/>
        <p:txBody>
          <a:bodyPr>
            <a:normAutofit/>
          </a:bodyPr>
          <a:lstStyle/>
          <a:p>
            <a:r>
              <a:rPr lang="en-US" dirty="0"/>
              <a:t>Course/demo videos &amp; shared 3D models</a:t>
            </a:r>
          </a:p>
          <a:p>
            <a:r>
              <a:rPr lang="en-US" dirty="0"/>
              <a:t>Full build guides with BOM &amp; sourcing links</a:t>
            </a:r>
          </a:p>
          <a:p>
            <a:r>
              <a:rPr lang="en-US" dirty="0"/>
              <a:t>Bluetooth for wireless control, modularity upgrades</a:t>
            </a:r>
          </a:p>
          <a:p>
            <a:endParaRPr lang="en-US" dirty="0"/>
          </a:p>
          <a:p>
            <a:r>
              <a:rPr lang="en-US" dirty="0"/>
              <a:t>Let’s Inspire Make-</a:t>
            </a:r>
            <a:r>
              <a:rPr lang="en-US" dirty="0" err="1"/>
              <a:t>ing</a:t>
            </a:r>
            <a:r>
              <a:rPr lang="en-US" dirty="0"/>
              <a:t> Engineering Projects </a:t>
            </a:r>
            <a:br>
              <a:rPr lang="en-US" dirty="0"/>
            </a:br>
            <a:r>
              <a:rPr lang="en-US" dirty="0"/>
              <a:t>in Education!</a:t>
            </a:r>
          </a:p>
        </p:txBody>
      </p:sp>
      <p:pic>
        <p:nvPicPr>
          <p:cNvPr id="6" name="Content Placeholder 5" descr="A close up of a circuit board&#10;&#10;AI-generated content may be incorrect.">
            <a:extLst>
              <a:ext uri="{FF2B5EF4-FFF2-40B4-BE49-F238E27FC236}">
                <a16:creationId xmlns:a16="http://schemas.microsoft.com/office/drawing/2014/main" id="{2F653145-C6C5-DBB5-AD2D-01FEDB29C2F6}"/>
              </a:ext>
            </a:extLst>
          </p:cNvPr>
          <p:cNvPicPr>
            <a:picLocks noGrp="1" noChangeAspect="1"/>
          </p:cNvPicPr>
          <p:nvPr>
            <p:ph sz="quarter" idx="16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8338706" y="929269"/>
            <a:ext cx="2912389" cy="2862502"/>
          </a:xfr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17ECEB50-A09F-D428-6CC8-32F39C25192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6327470" y="3847503"/>
            <a:ext cx="3240599" cy="28639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6493339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A6FC5AF-200C-E244-8F0A-68FB1F10D72C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3145844" y="2776523"/>
            <a:ext cx="5371842" cy="929715"/>
          </a:xfrm>
        </p:spPr>
        <p:txBody>
          <a:bodyPr>
            <a:normAutofit lnSpcReduction="10000"/>
          </a:bodyPr>
          <a:lstStyle/>
          <a:p>
            <a:pPr marL="0" indent="0" algn="ctr">
              <a:buNone/>
            </a:pPr>
            <a:r>
              <a:rPr lang="en-US" sz="5400" dirty="0"/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157057043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03122020a">
      <a:dk1>
        <a:srgbClr val="0A0B0F"/>
      </a:dk1>
      <a:lt1>
        <a:srgbClr val="FFFFFF"/>
      </a:lt1>
      <a:dk2>
        <a:srgbClr val="FFFFFF"/>
      </a:dk2>
      <a:lt2>
        <a:srgbClr val="1D9CE5"/>
      </a:lt2>
      <a:accent1>
        <a:srgbClr val="0E3689"/>
      </a:accent1>
      <a:accent2>
        <a:srgbClr val="FD7F20"/>
      </a:accent2>
      <a:accent3>
        <a:srgbClr val="1D9CE4"/>
      </a:accent3>
      <a:accent4>
        <a:srgbClr val="5EBF33"/>
      </a:accent4>
      <a:accent5>
        <a:srgbClr val="702076"/>
      </a:accent5>
      <a:accent6>
        <a:srgbClr val="FFD53A"/>
      </a:accent6>
      <a:hlink>
        <a:srgbClr val="45A8C4"/>
      </a:hlink>
      <a:folHlink>
        <a:srgbClr val="45A8C4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accent3">
            <a:lumMod val="60000"/>
            <a:lumOff val="40000"/>
          </a:schemeClr>
        </a:solidFill>
        <a:ln>
          <a:noFill/>
        </a:ln>
        <a:effectLst/>
      </a:spPr>
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defRPr/>
        </a:defPPr>
      </a:lstStyle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>
        <a:effectLst/>
      </a:spPr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336576EFBF7954EB7F522876A894E9E" ma:contentTypeVersion="2" ma:contentTypeDescription="Create a new document." ma:contentTypeScope="" ma:versionID="27505a2d7be398b7356a768b09da3824">
  <xsd:schema xmlns:xsd="http://www.w3.org/2001/XMLSchema" xmlns:xs="http://www.w3.org/2001/XMLSchema" xmlns:p="http://schemas.microsoft.com/office/2006/metadata/properties" xmlns:ns2="4fe557c5-ca2c-42bf-8821-687aa6f41e27" targetNamespace="http://schemas.microsoft.com/office/2006/metadata/properties" ma:root="true" ma:fieldsID="c3d32966e57d7734df93754d3af2443a" ns2:_="">
    <xsd:import namespace="4fe557c5-ca2c-42bf-8821-687aa6f41e27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fe557c5-ca2c-42bf-8821-687aa6f41e27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0CE24DD7-9317-4AD8-82D4-5A6998DA79C7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15774815-801A-4D0C-AAC8-304A8EA5EAE0}">
  <ds:schemaRefs>
    <ds:schemaRef ds:uri="http://purl.org/dc/elements/1.1/"/>
    <ds:schemaRef ds:uri="http://schemas.microsoft.com/office/2006/documentManagement/types"/>
    <ds:schemaRef ds:uri="http://schemas.openxmlformats.org/package/2006/metadata/core-properties"/>
    <ds:schemaRef ds:uri="http://schemas.microsoft.com/office/2006/metadata/properties"/>
    <ds:schemaRef ds:uri="http://purl.org/dc/dcmitype/"/>
    <ds:schemaRef ds:uri="http://schemas.microsoft.com/office/infopath/2007/PartnerControls"/>
    <ds:schemaRef ds:uri="http://purl.org/dc/terms/"/>
    <ds:schemaRef ds:uri="4fe557c5-ca2c-42bf-8821-687aa6f41e27"/>
    <ds:schemaRef ds:uri="http://www.w3.org/XML/1998/namespace"/>
  </ds:schemaRefs>
</ds:datastoreItem>
</file>

<file path=customXml/itemProps3.xml><?xml version="1.0" encoding="utf-8"?>
<ds:datastoreItem xmlns:ds="http://schemas.openxmlformats.org/officeDocument/2006/customXml" ds:itemID="{7D8ED1EE-A409-427D-ACED-A047596505B7}">
  <ds:schemaRefs>
    <ds:schemaRef ds:uri="4fe557c5-ca2c-42bf-8821-687aa6f41e27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724</TotalTime>
  <Words>171</Words>
  <Application>Microsoft Office PowerPoint</Application>
  <PresentationFormat>Custom</PresentationFormat>
  <Paragraphs>29</Paragraphs>
  <Slides>6</Slides>
  <Notes>1</Notes>
  <HiddenSlides>0</HiddenSlides>
  <MMClips>1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Arial</vt:lpstr>
      <vt:lpstr>Calibri</vt:lpstr>
      <vt:lpstr>Calibri Light</vt:lpstr>
      <vt:lpstr>Office Theme</vt:lpstr>
      <vt:lpstr>Development Systems Hackathon</vt:lpstr>
      <vt:lpstr>PyKit Explorer –  Balancing Bot Demo</vt:lpstr>
      <vt:lpstr>Balancing Bot- Challenge &amp; Solution</vt:lpstr>
      <vt:lpstr>Impact &amp; Inspiration</vt:lpstr>
      <vt:lpstr>Next Steps &amp; Vision</vt:lpstr>
      <vt:lpstr>PowerPoint Presentation</vt:lpstr>
    </vt:vector>
  </TitlesOfParts>
  <Company>SMSC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 Template 2020</dc:title>
  <dc:creator>Michael Wikan</dc:creator>
  <cp:lastModifiedBy>Liam Sheard - C20617</cp:lastModifiedBy>
  <cp:revision>270</cp:revision>
  <dcterms:created xsi:type="dcterms:W3CDTF">2019-09-10T21:33:18Z</dcterms:created>
  <dcterms:modified xsi:type="dcterms:W3CDTF">2025-12-17T21:35:41Z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_dlc_DocIdItemGuid">
    <vt:lpwstr>6b1d4785-8f50-4d6b-8c29-4627085ae703</vt:lpwstr>
  </property>
  <property fmtid="{D5CDD505-2E9C-101B-9397-08002B2CF9AE}" pid="3" name="ContentTypeId">
    <vt:lpwstr>0x0101007336576EFBF7954EB7F522876A894E9E</vt:lpwstr>
  </property>
</Properties>
</file>